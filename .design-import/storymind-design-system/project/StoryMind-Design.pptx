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2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3.png"/>
  <Relationship Id="rId2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4.png"/>
  <Relationship Id="rId2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oryMind">
  <a:themeElements>
    <a:clrScheme name="StoryMind">
      <a:dk1>
        <a:sysClr lastClr="000000" val="windowText"/>
      </a:dk1>
      <a:lt1>
        <a:sysClr lastClr="FFFFFF" val="window"/>
      </a:lt1>
      <a:dk2>
        <a:srgbClr val="1A1B1E"/>
      </a:dk2>
      <a:lt2>
        <a:srgbClr val="F8F9FC"/>
      </a:lt2>
      <a:accent1>
        <a:srgbClr val="1F4EF5"/>
      </a:accent1>
      <a:accent2>
        <a:srgbClr val="EF4444"/>
      </a:accent2>
      <a:accent3>
        <a:srgbClr val="16A34A"/>
      </a:accent3>
      <a:accent4>
        <a:srgbClr val="D97706"/>
      </a:accent4>
      <a:accent5>
        <a:srgbClr val="7C3AED"/>
      </a:accent5>
      <a:accent6>
        <a:srgbClr val="9EA3B3"/>
      </a:accent6>
      <a:hlink>
        <a:srgbClr val="1F4EF5"/>
      </a:hlink>
      <a:folHlink>
        <a:srgbClr val="5C5F6B"/>
      </a:folHlink>
    </a:clrScheme>
    <a:fontScheme name="StoryMind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oryMin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